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2213C-0D42-466C-ABCE-E04D385A9310}" type="datetimeFigureOut">
              <a:rPr lang="es-CL" smtClean="0"/>
              <a:t>05-07-2026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D06E4-C353-4F1A-BC8A-4A0392A8EE5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66303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2213C-0D42-466C-ABCE-E04D385A9310}" type="datetimeFigureOut">
              <a:rPr lang="es-CL" smtClean="0"/>
              <a:t>05-07-2026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D06E4-C353-4F1A-BC8A-4A0392A8EE5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21688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2213C-0D42-466C-ABCE-E04D385A9310}" type="datetimeFigureOut">
              <a:rPr lang="es-CL" smtClean="0"/>
              <a:t>05-07-2026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D06E4-C353-4F1A-BC8A-4A0392A8EE5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45209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2213C-0D42-466C-ABCE-E04D385A9310}" type="datetimeFigureOut">
              <a:rPr lang="es-CL" smtClean="0"/>
              <a:t>05-07-2026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D06E4-C353-4F1A-BC8A-4A0392A8EE5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01956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2213C-0D42-466C-ABCE-E04D385A9310}" type="datetimeFigureOut">
              <a:rPr lang="es-CL" smtClean="0"/>
              <a:t>05-07-2026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D06E4-C353-4F1A-BC8A-4A0392A8EE5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71122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2213C-0D42-466C-ABCE-E04D385A9310}" type="datetimeFigureOut">
              <a:rPr lang="es-CL" smtClean="0"/>
              <a:t>05-07-2026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D06E4-C353-4F1A-BC8A-4A0392A8EE5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72523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2213C-0D42-466C-ABCE-E04D385A9310}" type="datetimeFigureOut">
              <a:rPr lang="es-CL" smtClean="0"/>
              <a:t>05-07-2026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D06E4-C353-4F1A-BC8A-4A0392A8EE5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21266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2213C-0D42-466C-ABCE-E04D385A9310}" type="datetimeFigureOut">
              <a:rPr lang="es-CL" smtClean="0"/>
              <a:t>05-07-2026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D06E4-C353-4F1A-BC8A-4A0392A8EE5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29654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2213C-0D42-466C-ABCE-E04D385A9310}" type="datetimeFigureOut">
              <a:rPr lang="es-CL" smtClean="0"/>
              <a:t>05-07-2026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D06E4-C353-4F1A-BC8A-4A0392A8EE5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6781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2213C-0D42-466C-ABCE-E04D385A9310}" type="datetimeFigureOut">
              <a:rPr lang="es-CL" smtClean="0"/>
              <a:t>05-07-2026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D06E4-C353-4F1A-BC8A-4A0392A8EE5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2662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2213C-0D42-466C-ABCE-E04D385A9310}" type="datetimeFigureOut">
              <a:rPr lang="es-CL" smtClean="0"/>
              <a:t>05-07-2026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D06E4-C353-4F1A-BC8A-4A0392A8EE5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97648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6F82213C-0D42-466C-ABCE-E04D385A9310}" type="datetimeFigureOut">
              <a:rPr lang="es-CL" smtClean="0"/>
              <a:t>05-07-2026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EBDD06E4-C353-4F1A-BC8A-4A0392A8EE5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431023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C829000-62EE-DACF-71AA-8B46F94776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s-CL" sz="4800">
                <a:solidFill>
                  <a:srgbClr val="FFFFFF"/>
                </a:solidFill>
              </a:rPr>
              <a:t>Programa : Funeraria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13992BC-E293-2A25-FF0D-27E2E93264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s-CL" dirty="0"/>
              <a:t>Profesor: Roberto Pérez</a:t>
            </a:r>
          </a:p>
          <a:p>
            <a:pPr algn="l"/>
            <a:r>
              <a:rPr lang="es-CL" dirty="0"/>
              <a:t>Alumnos: Cristóbal Cancino, Santiago Chacín, Kevin Sánchez</a:t>
            </a:r>
          </a:p>
          <a:p>
            <a:pPr algn="l"/>
            <a:r>
              <a:rPr lang="es-CL" dirty="0"/>
              <a:t>Fecha: 06/07/2026</a:t>
            </a:r>
          </a:p>
        </p:txBody>
      </p:sp>
    </p:spTree>
    <p:extLst>
      <p:ext uri="{BB962C8B-B14F-4D97-AF65-F5344CB8AC3E}">
        <p14:creationId xmlns:p14="http://schemas.microsoft.com/office/powerpoint/2010/main" val="2817940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8200EF6-7313-88CC-5C4A-D6B54A619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Creación de roles de acceso (Jefe/Cliente)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BE9BC73-67E6-22D0-5029-86131D651C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6086" y="467208"/>
            <a:ext cx="5938431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282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467CD2B-10F4-D234-609B-783663A79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4541" y="-66896"/>
            <a:ext cx="9617392" cy="1169585"/>
          </a:xfrm>
        </p:spPr>
        <p:txBody>
          <a:bodyPr anchor="b">
            <a:normAutofit/>
          </a:bodyPr>
          <a:lstStyle/>
          <a:p>
            <a:r>
              <a:rPr lang="es-MX" sz="3100" dirty="0"/>
              <a:t>Identificar amenazas/corregir las caídas del código</a:t>
            </a:r>
            <a:endParaRPr lang="es-CL" sz="31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BA13AC7-146F-D769-63FC-72AE84473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715" y="2508105"/>
            <a:ext cx="5040285" cy="3632493"/>
          </a:xfrm>
        </p:spPr>
        <p:txBody>
          <a:bodyPr anchor="ctr">
            <a:normAutofit/>
          </a:bodyPr>
          <a:lstStyle/>
          <a:p>
            <a:endParaRPr lang="en-US" sz="200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93EF1092-01AD-F06D-3EC8-C559F3AAA8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120" y="1231508"/>
            <a:ext cx="6464038" cy="221393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40C967C-436E-AB16-E2CA-F432903FF6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288" y="4477297"/>
            <a:ext cx="8161878" cy="104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836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913E1D0-F192-B1EF-5301-A92947B0A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823"/>
            <a:ext cx="3419856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000" kern="1200">
                <a:latin typeface="+mj-lt"/>
                <a:ea typeface="+mj-ea"/>
                <a:cs typeface="+mj-cs"/>
              </a:rPr>
              <a:t>Capturar todas las </a:t>
            </a:r>
            <a:r>
              <a:rPr lang="en-US" sz="5000"/>
              <a:t>excepciones posibles</a:t>
            </a:r>
            <a:endParaRPr lang="en-US" sz="5000" kern="1200">
              <a:latin typeface="+mj-lt"/>
              <a:ea typeface="+mj-ea"/>
              <a:cs typeface="+mj-cs"/>
            </a:endParaRP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67200" y="630936"/>
            <a:ext cx="18288" cy="5590381"/>
          </a:xfrm>
          <a:custGeom>
            <a:avLst/>
            <a:gdLst>
              <a:gd name="csX0" fmla="*/ 0 w 18288"/>
              <a:gd name="csY0" fmla="*/ 0 h 5590381"/>
              <a:gd name="csX1" fmla="*/ 18288 w 18288"/>
              <a:gd name="csY1" fmla="*/ 0 h 5590381"/>
              <a:gd name="csX2" fmla="*/ 18288 w 18288"/>
              <a:gd name="csY2" fmla="*/ 754701 h 5590381"/>
              <a:gd name="csX3" fmla="*/ 18288 w 18288"/>
              <a:gd name="csY3" fmla="*/ 1565307 h 5590381"/>
              <a:gd name="csX4" fmla="*/ 18288 w 18288"/>
              <a:gd name="csY4" fmla="*/ 2152297 h 5590381"/>
              <a:gd name="csX5" fmla="*/ 18288 w 18288"/>
              <a:gd name="csY5" fmla="*/ 2906998 h 5590381"/>
              <a:gd name="csX6" fmla="*/ 18288 w 18288"/>
              <a:gd name="csY6" fmla="*/ 3549892 h 5590381"/>
              <a:gd name="csX7" fmla="*/ 18288 w 18288"/>
              <a:gd name="csY7" fmla="*/ 4080978 h 5590381"/>
              <a:gd name="csX8" fmla="*/ 18288 w 18288"/>
              <a:gd name="csY8" fmla="*/ 4835680 h 5590381"/>
              <a:gd name="csX9" fmla="*/ 18288 w 18288"/>
              <a:gd name="csY9" fmla="*/ 5590381 h 5590381"/>
              <a:gd name="csX10" fmla="*/ 0 w 18288"/>
              <a:gd name="csY10" fmla="*/ 5590381 h 5590381"/>
              <a:gd name="csX11" fmla="*/ 0 w 18288"/>
              <a:gd name="csY11" fmla="*/ 4835680 h 5590381"/>
              <a:gd name="csX12" fmla="*/ 0 w 18288"/>
              <a:gd name="csY12" fmla="*/ 4304593 h 5590381"/>
              <a:gd name="csX13" fmla="*/ 0 w 18288"/>
              <a:gd name="csY13" fmla="*/ 3773507 h 5590381"/>
              <a:gd name="csX14" fmla="*/ 0 w 18288"/>
              <a:gd name="csY14" fmla="*/ 3186517 h 5590381"/>
              <a:gd name="csX15" fmla="*/ 0 w 18288"/>
              <a:gd name="csY15" fmla="*/ 2487720 h 5590381"/>
              <a:gd name="csX16" fmla="*/ 0 w 18288"/>
              <a:gd name="csY16" fmla="*/ 1956633 h 5590381"/>
              <a:gd name="csX17" fmla="*/ 0 w 18288"/>
              <a:gd name="csY17" fmla="*/ 1425547 h 5590381"/>
              <a:gd name="csX18" fmla="*/ 0 w 18288"/>
              <a:gd name="csY18" fmla="*/ 614942 h 5590381"/>
              <a:gd name="csX19" fmla="*/ 0 w 18288"/>
              <a:gd name="csY19" fmla="*/ 0 h 55903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18288" h="5590381" fill="none" extrusionOk="0">
                <a:moveTo>
                  <a:pt x="0" y="0"/>
                </a:moveTo>
                <a:cubicBezTo>
                  <a:pt x="7726" y="-435"/>
                  <a:pt x="14198" y="437"/>
                  <a:pt x="18288" y="0"/>
                </a:cubicBezTo>
                <a:cubicBezTo>
                  <a:pt x="-5226" y="225076"/>
                  <a:pt x="46275" y="562283"/>
                  <a:pt x="18288" y="754701"/>
                </a:cubicBezTo>
                <a:cubicBezTo>
                  <a:pt x="-9699" y="947119"/>
                  <a:pt x="30081" y="1239251"/>
                  <a:pt x="18288" y="1565307"/>
                </a:cubicBezTo>
                <a:cubicBezTo>
                  <a:pt x="6495" y="1891363"/>
                  <a:pt x="7160" y="1999140"/>
                  <a:pt x="18288" y="2152297"/>
                </a:cubicBezTo>
                <a:cubicBezTo>
                  <a:pt x="29417" y="2305454"/>
                  <a:pt x="28705" y="2598333"/>
                  <a:pt x="18288" y="2906998"/>
                </a:cubicBezTo>
                <a:cubicBezTo>
                  <a:pt x="7871" y="3215663"/>
                  <a:pt x="35263" y="3327412"/>
                  <a:pt x="18288" y="3549892"/>
                </a:cubicBezTo>
                <a:cubicBezTo>
                  <a:pt x="1313" y="3772372"/>
                  <a:pt x="38561" y="3843836"/>
                  <a:pt x="18288" y="4080978"/>
                </a:cubicBezTo>
                <a:cubicBezTo>
                  <a:pt x="-1985" y="4318120"/>
                  <a:pt x="-3806" y="4511166"/>
                  <a:pt x="18288" y="4835680"/>
                </a:cubicBezTo>
                <a:cubicBezTo>
                  <a:pt x="40382" y="5160194"/>
                  <a:pt x="-13070" y="5401748"/>
                  <a:pt x="18288" y="5590381"/>
                </a:cubicBezTo>
                <a:cubicBezTo>
                  <a:pt x="12010" y="5589863"/>
                  <a:pt x="6799" y="5589982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8288" h="5590381" stroke="0" extrusionOk="0">
                <a:moveTo>
                  <a:pt x="0" y="0"/>
                </a:moveTo>
                <a:cubicBezTo>
                  <a:pt x="5871" y="848"/>
                  <a:pt x="11713" y="-200"/>
                  <a:pt x="18288" y="0"/>
                </a:cubicBezTo>
                <a:cubicBezTo>
                  <a:pt x="41141" y="165299"/>
                  <a:pt x="3613" y="427555"/>
                  <a:pt x="18288" y="698798"/>
                </a:cubicBezTo>
                <a:cubicBezTo>
                  <a:pt x="32963" y="970041"/>
                  <a:pt x="19680" y="1226199"/>
                  <a:pt x="18288" y="1397595"/>
                </a:cubicBezTo>
                <a:cubicBezTo>
                  <a:pt x="16896" y="1568991"/>
                  <a:pt x="38798" y="1794517"/>
                  <a:pt x="18288" y="2152297"/>
                </a:cubicBezTo>
                <a:cubicBezTo>
                  <a:pt x="-2222" y="2510077"/>
                  <a:pt x="40846" y="2594424"/>
                  <a:pt x="18288" y="2739287"/>
                </a:cubicBezTo>
                <a:cubicBezTo>
                  <a:pt x="-4270" y="2884150"/>
                  <a:pt x="27117" y="3129706"/>
                  <a:pt x="18288" y="3493988"/>
                </a:cubicBezTo>
                <a:cubicBezTo>
                  <a:pt x="9459" y="3858270"/>
                  <a:pt x="54201" y="4041447"/>
                  <a:pt x="18288" y="4304593"/>
                </a:cubicBezTo>
                <a:cubicBezTo>
                  <a:pt x="-17625" y="4567740"/>
                  <a:pt x="49627" y="5149125"/>
                  <a:pt x="18288" y="5590381"/>
                </a:cubicBezTo>
                <a:cubicBezTo>
                  <a:pt x="10860" y="5590744"/>
                  <a:pt x="7568" y="5590157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C5D8FBF5-86E6-91D2-B1F1-84C9FF1F88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1728" y="1627072"/>
            <a:ext cx="6894576" cy="3171505"/>
          </a:xfrm>
          <a:prstGeom prst="rect">
            <a:avLst/>
          </a:prstGeom>
        </p:spPr>
      </p:pic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5A43CD35-8838-8723-9EC0-E5F9E36E6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4798577"/>
            <a:ext cx="6894576" cy="1428487"/>
          </a:xfrm>
        </p:spPr>
        <p:txBody>
          <a:bodyPr anchor="t">
            <a:normAutofit/>
          </a:bodyPr>
          <a:lstStyle/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3244665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A318EB-ECD9-F102-2788-030F0840F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No permitir el ingreso de caracteres especiales en </a:t>
            </a:r>
            <a:r>
              <a:rPr lang="es-MX" dirty="0" err="1"/>
              <a:t>textbox</a:t>
            </a:r>
            <a:endParaRPr lang="es-CL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C6F5B46-7BBF-F8BD-8A41-D83933AB52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38101" y="2848608"/>
            <a:ext cx="5715798" cy="230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030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756D94-43D2-F29F-B939-AB7E0DFBE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1141712"/>
            <a:ext cx="7923815" cy="112953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Estabilidad del código, separación de funciones y código principal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92712F8-36FA-35DF-0CE8-4098D9332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58A44AD7-DEC0-A725-CE71-F8FC2EE84F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5139" y="3495474"/>
            <a:ext cx="10478721" cy="1283642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F9469B9-6468-5B6A-E832-8D4590388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8897" y="5231580"/>
            <a:ext cx="10459156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1760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781BBB-A1DC-25AD-4F9B-9E17CB1C1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/>
              <a:t>Conclusión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F66F68-FE3C-9B1C-DF76-CB3181ED2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CL"/>
              <a:t>El tener un código documentado, ordenado y separado en módulos no es solo algo estético, es una necesidad fundamental para el desarrollo correcto del software por estas 3 razones clave:</a:t>
            </a:r>
          </a:p>
          <a:p>
            <a:r>
              <a:rPr lang="es-CL" b="1"/>
              <a:t>Mantenibilidad y Estabilidad: </a:t>
            </a:r>
            <a:r>
              <a:rPr lang="es-CL"/>
              <a:t>Al haber separado el código en archivos distintos (Código base y funciones), el código con el programa se vuelve más fácil de leer, probar y corregir. Y si ocurre algún fallo en una validación, se puede saber exactamente a qué archivo y a qué línea ir, sin el riesgo de descomponer el resto del código</a:t>
            </a:r>
            <a:endParaRPr lang="es-CL" b="1"/>
          </a:p>
          <a:p>
            <a:r>
              <a:rPr lang="es-CL" b="1"/>
              <a:t>Seguridad y Confianza:</a:t>
            </a:r>
            <a:r>
              <a:rPr lang="es-CL"/>
              <a:t> El blindaje contra caracteres especiales y el control estricto de excepciones garantizan que el programa sea robusto y "a prueba de errores de usuario", evitando caídas críticas en producción.</a:t>
            </a:r>
          </a:p>
          <a:p>
            <a:r>
              <a:rPr lang="es-CL" b="1"/>
              <a:t>Escalabilidad:</a:t>
            </a:r>
            <a:r>
              <a:rPr lang="es-CL"/>
              <a:t> Diseñar el código pensando en un futuro permite que el día de mañana se puedan agregar servicios, roles nuevos o una base de datos real sin tener que cambiar todo el código, ya que la base de esta es sólida, limpia y lista para seguir mejorando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074820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</TotalTime>
  <Words>248</Words>
  <Application>Microsoft Office PowerPoint</Application>
  <PresentationFormat>Panorámica</PresentationFormat>
  <Paragraphs>14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Programa : Funeraria</vt:lpstr>
      <vt:lpstr>Creación de roles de acceso (Jefe/Cliente)</vt:lpstr>
      <vt:lpstr>Identificar amenazas/corregir las caídas del código</vt:lpstr>
      <vt:lpstr>Capturar todas las excepciones posibles</vt:lpstr>
      <vt:lpstr>No permitir el ingreso de caracteres especiales en textbox</vt:lpstr>
      <vt:lpstr>Estabilidad del código, separación de funciones y código principal</vt:lpstr>
      <vt:lpstr>Conclusión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Cristóbal Cancino</dc:creator>
  <cp:lastModifiedBy>Cristóbal Cancino</cp:lastModifiedBy>
  <cp:revision>1</cp:revision>
  <dcterms:created xsi:type="dcterms:W3CDTF">2026-07-05T23:54:54Z</dcterms:created>
  <dcterms:modified xsi:type="dcterms:W3CDTF">2026-07-06T00:30:59Z</dcterms:modified>
</cp:coreProperties>
</file>